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A602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4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DBF2D3-10A7-7A2C-DC0C-392AACE61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41ED5A2-C178-74BF-F87F-C766984A6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7B81EB-DABB-17D1-4166-E279523A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400AF24-8B3D-4944-2CC6-9A9DD45A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D0EE8F-8CE2-348D-C744-78AC252A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5023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5C5F9-7DF9-EE7A-9A19-236043D8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3471EC-9848-E7B8-5652-4F2885AE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6EA6796-A1EB-C9BE-3769-A01EBFB8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D47833-A4B8-211C-0CB2-23EA3A38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FA3137-DDF7-C33F-4559-24741B1B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610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6E659-C291-9D93-FE37-E8DCC47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256C84A-0A88-FD80-0DB9-5E928A960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2C6C1D-FCBD-FB17-921A-982C060D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BED73A-63D1-D9C4-64A0-79960261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CFA9FD8-409A-3FB5-162D-77F702FF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718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246F6-A9A1-10AD-6945-06987158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8CE0E7-69A6-AC2C-FCFA-E89B12024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CA5E54-36F1-397E-C852-5806B1908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C25A7E1-848C-A3DF-89D4-7CDBA0D3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063659A-1499-E2F6-EFFD-34A1AC1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88D81EE-E917-0C34-BF57-DD9B498B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864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0385B-CC13-9A13-5D29-C02C6C78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E57EA4-E08B-18FB-7AB2-B6799A39D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A2B050E-CFBF-CB24-05C1-2A3BF2E3F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CC8A46B-D531-1E1D-E883-FE650782E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F4426FA-DC15-E5D7-873E-A1F217259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A784DA3-976F-A86D-B899-99B09D22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8A9B712-3011-F543-0E18-81065DFE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9FE7B0E-B493-518C-F732-43FB1A5D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08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BD7D3-23A9-922D-CA50-71ABBC42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C5878E2-4EBD-C617-DAB3-109F8C23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F6E7EE-4633-4522-61CF-350D6AD4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F37D7A2-9F2A-4394-B5DB-F1CC0DBD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824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F5DC13D-2945-0C5A-B327-5F3E3DF3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DC357F7-0B50-5CF9-4854-B77D0A9A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76BD7A-3882-0618-E208-AE935FED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153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B5FE9-502E-9A19-7B55-77AE317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C333B5-3912-1E09-3B9B-B9AA8D4B0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4BAD33-1031-A3BB-50CF-4C9C34483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7B56A34-5C2C-031D-70ED-32CF8AB7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4276F4E-6A13-B995-7FC1-5CD234E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0B056B5-9A71-37CF-26E4-DE9F7437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877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E6E47-C680-274B-47D3-513B37AE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5A684A0-4E2D-48F7-9EE7-E5EDC7D8D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7FB7E8A-D35A-D724-7658-8569842F8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AD0316E-6709-64D3-48E7-17C517E1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01619A0-525F-FEDF-DFCE-CDAA4821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F1455B2-C544-6652-9BA0-A81EB1F6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715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024288-0B92-3219-B46E-AACACC22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EBD1A26-5E69-5C24-2886-E03DAE17B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1B70BB5-4E27-3AB1-49A4-38178540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AA368D-4A53-9AFF-1F1B-C58FEAAC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583F14E-38BB-989C-D93E-6210A587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142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789D45C-57DF-7020-12A5-02AF4A0F6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1B1074C-4C0F-7824-7D0B-5BA08F74B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B1518A9-73B5-2B1F-003F-4920738F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04C81C5-FFE9-6741-91D9-A5BAD82D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2AB95A-2EAD-D06D-BDF8-640D2A82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18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81A65F6-FE00-918E-B79A-69E0E804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24341A4-6757-ECD8-894E-BFFA1C5BE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14C20AA-1EBE-8250-BE92-0BC54EC0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B71B4-6FD2-1849-ADE0-88520F850A9E}" type="datetimeFigureOut">
              <a:rPr lang="nl-BE" smtClean="0"/>
              <a:t>2/06/2026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4BB00F2-5927-0230-1C1F-B7BF6AF64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5BE03B-C492-A477-3EBD-42FC267D2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EFBBC-F8B8-8B42-BE01-CBD7CC41118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34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2E039D6-39F1-B91F-A176-3316C0517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4" t="19210" r="5229" b="21156"/>
          <a:stretch>
            <a:fillRect/>
          </a:stretch>
        </p:blipFill>
        <p:spPr>
          <a:xfrm>
            <a:off x="571500" y="406400"/>
            <a:ext cx="6642100" cy="2336800"/>
          </a:xfrm>
          <a:prstGeom prst="rect">
            <a:avLst/>
          </a:prstGeom>
        </p:spPr>
      </p:pic>
      <p:sp>
        <p:nvSpPr>
          <p:cNvPr id="47" name="Rechthoek 46">
            <a:extLst>
              <a:ext uri="{FF2B5EF4-FFF2-40B4-BE49-F238E27FC236}">
                <a16:creationId xmlns:a16="http://schemas.microsoft.com/office/drawing/2014/main" id="{F05FA97D-AB96-8C9D-0025-0F125A1F9CE2}"/>
              </a:ext>
            </a:extLst>
          </p:cNvPr>
          <p:cNvSpPr/>
          <p:nvPr/>
        </p:nvSpPr>
        <p:spPr>
          <a:xfrm>
            <a:off x="6464351" y="336332"/>
            <a:ext cx="532796" cy="263567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E9AEF386-071C-B7A0-990E-2DF593DB299D}"/>
              </a:ext>
            </a:extLst>
          </p:cNvPr>
          <p:cNvCxnSpPr>
            <a:cxnSpLocks/>
          </p:cNvCxnSpPr>
          <p:nvPr/>
        </p:nvCxnSpPr>
        <p:spPr>
          <a:xfrm>
            <a:off x="652517" y="3111060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1A8D8DF3-7E51-707F-1F42-C32649181C70}"/>
              </a:ext>
            </a:extLst>
          </p:cNvPr>
          <p:cNvCxnSpPr>
            <a:cxnSpLocks/>
          </p:cNvCxnSpPr>
          <p:nvPr/>
        </p:nvCxnSpPr>
        <p:spPr>
          <a:xfrm>
            <a:off x="1456558" y="3174120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A31122CD-1B5D-2203-6CD0-8790050AAE5B}"/>
              </a:ext>
            </a:extLst>
          </p:cNvPr>
          <p:cNvCxnSpPr>
            <a:cxnSpLocks/>
          </p:cNvCxnSpPr>
          <p:nvPr/>
        </p:nvCxnSpPr>
        <p:spPr>
          <a:xfrm>
            <a:off x="2292132" y="3247690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77EA4640-06D5-53ED-0A3D-B8061C954BFB}"/>
              </a:ext>
            </a:extLst>
          </p:cNvPr>
          <p:cNvCxnSpPr>
            <a:cxnSpLocks/>
          </p:cNvCxnSpPr>
          <p:nvPr/>
        </p:nvCxnSpPr>
        <p:spPr>
          <a:xfrm>
            <a:off x="3115659" y="3316003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832C0D03-F5A8-05C3-8094-8B571D0DF4A0}"/>
              </a:ext>
            </a:extLst>
          </p:cNvPr>
          <p:cNvCxnSpPr>
            <a:cxnSpLocks/>
          </p:cNvCxnSpPr>
          <p:nvPr/>
        </p:nvCxnSpPr>
        <p:spPr>
          <a:xfrm>
            <a:off x="3945106" y="3379063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B6015D40-DCFF-5219-6003-0ACE271E4E3A}"/>
              </a:ext>
            </a:extLst>
          </p:cNvPr>
          <p:cNvCxnSpPr>
            <a:cxnSpLocks/>
          </p:cNvCxnSpPr>
          <p:nvPr/>
        </p:nvCxnSpPr>
        <p:spPr>
          <a:xfrm>
            <a:off x="4774547" y="3452633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C8BFD06A-C096-2810-12E6-AC2251D3F3FF}"/>
              </a:ext>
            </a:extLst>
          </p:cNvPr>
          <p:cNvCxnSpPr>
            <a:cxnSpLocks/>
          </p:cNvCxnSpPr>
          <p:nvPr/>
        </p:nvCxnSpPr>
        <p:spPr>
          <a:xfrm>
            <a:off x="5603988" y="3515679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BD7E3888-F6F6-BF88-DCC2-BA6E02F4B579}"/>
              </a:ext>
            </a:extLst>
          </p:cNvPr>
          <p:cNvCxnSpPr>
            <a:cxnSpLocks/>
          </p:cNvCxnSpPr>
          <p:nvPr/>
        </p:nvCxnSpPr>
        <p:spPr>
          <a:xfrm>
            <a:off x="6429052" y="3583995"/>
            <a:ext cx="8294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14329FAD-70BD-69DC-74CF-3600DFC9FBFD}"/>
              </a:ext>
            </a:extLst>
          </p:cNvPr>
          <p:cNvSpPr txBox="1"/>
          <p:nvPr/>
        </p:nvSpPr>
        <p:spPr>
          <a:xfrm>
            <a:off x="3762703" y="2728584"/>
            <a:ext cx="59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m/z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9733F9B6-1B56-DA69-53D9-06BDC432D585}"/>
              </a:ext>
            </a:extLst>
          </p:cNvPr>
          <p:cNvSpPr txBox="1"/>
          <p:nvPr/>
        </p:nvSpPr>
        <p:spPr>
          <a:xfrm>
            <a:off x="3646538" y="68592"/>
            <a:ext cx="85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MS1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529D0FB9-6878-5D70-A04B-18EC2770CBE7}"/>
              </a:ext>
            </a:extLst>
          </p:cNvPr>
          <p:cNvSpPr txBox="1"/>
          <p:nvPr/>
        </p:nvSpPr>
        <p:spPr>
          <a:xfrm>
            <a:off x="3646538" y="3773194"/>
            <a:ext cx="85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MS2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02DC1628-9E64-3879-35AD-19737DABA6C8}"/>
              </a:ext>
            </a:extLst>
          </p:cNvPr>
          <p:cNvCxnSpPr>
            <a:cxnSpLocks/>
          </p:cNvCxnSpPr>
          <p:nvPr/>
        </p:nvCxnSpPr>
        <p:spPr>
          <a:xfrm>
            <a:off x="6621519" y="830317"/>
            <a:ext cx="0" cy="1898267"/>
          </a:xfrm>
          <a:prstGeom prst="line">
            <a:avLst/>
          </a:prstGeom>
          <a:ln w="2857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512EB094-2E04-DC58-CBE8-F57B72922629}"/>
              </a:ext>
            </a:extLst>
          </p:cNvPr>
          <p:cNvCxnSpPr>
            <a:cxnSpLocks/>
          </p:cNvCxnSpPr>
          <p:nvPr/>
        </p:nvCxnSpPr>
        <p:spPr>
          <a:xfrm>
            <a:off x="6763409" y="416910"/>
            <a:ext cx="0" cy="2316930"/>
          </a:xfrm>
          <a:prstGeom prst="line">
            <a:avLst/>
          </a:prstGeom>
          <a:ln w="28575">
            <a:solidFill>
              <a:srgbClr val="FFA6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41646F02-A097-7741-C5CF-33CCB10C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7" t="18059" r="4666" b="20747"/>
          <a:stretch>
            <a:fillRect/>
          </a:stretch>
        </p:blipFill>
        <p:spPr>
          <a:xfrm>
            <a:off x="767693" y="4072711"/>
            <a:ext cx="6642100" cy="2448958"/>
          </a:xfrm>
          <a:prstGeom prst="rect">
            <a:avLst/>
          </a:prstGeom>
        </p:spPr>
      </p:pic>
      <p:sp>
        <p:nvSpPr>
          <p:cNvPr id="34" name="Tekstvak 33">
            <a:extLst>
              <a:ext uri="{FF2B5EF4-FFF2-40B4-BE49-F238E27FC236}">
                <a16:creationId xmlns:a16="http://schemas.microsoft.com/office/drawing/2014/main" id="{A5D73048-7177-7F5C-AF4D-FF0E6E6AE1B4}"/>
              </a:ext>
            </a:extLst>
          </p:cNvPr>
          <p:cNvSpPr txBox="1"/>
          <p:nvPr/>
        </p:nvSpPr>
        <p:spPr>
          <a:xfrm>
            <a:off x="3784431" y="6488661"/>
            <a:ext cx="59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m/z</a:t>
            </a: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45F46D24-29E4-3527-4BD2-DFD0F0370751}"/>
              </a:ext>
            </a:extLst>
          </p:cNvPr>
          <p:cNvSpPr/>
          <p:nvPr/>
        </p:nvSpPr>
        <p:spPr>
          <a:xfrm>
            <a:off x="6429052" y="253258"/>
            <a:ext cx="829441" cy="33307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15BD1A9B-CEEF-3F21-1A50-592A5E9CDDE5}"/>
              </a:ext>
            </a:extLst>
          </p:cNvPr>
          <p:cNvSpPr/>
          <p:nvPr/>
        </p:nvSpPr>
        <p:spPr>
          <a:xfrm>
            <a:off x="694123" y="3773214"/>
            <a:ext cx="6568527" cy="30101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43" name="Rechte verbindingslijn met pijl 42">
            <a:extLst>
              <a:ext uri="{FF2B5EF4-FFF2-40B4-BE49-F238E27FC236}">
                <a16:creationId xmlns:a16="http://schemas.microsoft.com/office/drawing/2014/main" id="{B40D1B82-101E-42D8-963C-3926394D488E}"/>
              </a:ext>
            </a:extLst>
          </p:cNvPr>
          <p:cNvCxnSpPr>
            <a:cxnSpLocks/>
          </p:cNvCxnSpPr>
          <p:nvPr/>
        </p:nvCxnSpPr>
        <p:spPr>
          <a:xfrm flipH="1">
            <a:off x="694123" y="3583995"/>
            <a:ext cx="5734928" cy="1366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64381447-1C44-BF00-1AEC-C925AF02CFDA}"/>
              </a:ext>
            </a:extLst>
          </p:cNvPr>
          <p:cNvCxnSpPr/>
          <p:nvPr/>
        </p:nvCxnSpPr>
        <p:spPr>
          <a:xfrm>
            <a:off x="7257135" y="3484163"/>
            <a:ext cx="0" cy="2680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71784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8</Words>
  <Application>Microsoft Macintosh PowerPoint</Application>
  <PresentationFormat>Breedbeeld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Lieven Clement</dc:creator>
  <cp:lastModifiedBy>Lieven Clement</cp:lastModifiedBy>
  <cp:revision>1</cp:revision>
  <dcterms:created xsi:type="dcterms:W3CDTF">2026-06-02T00:17:33Z</dcterms:created>
  <dcterms:modified xsi:type="dcterms:W3CDTF">2026-06-02T06:23:54Z</dcterms:modified>
</cp:coreProperties>
</file>